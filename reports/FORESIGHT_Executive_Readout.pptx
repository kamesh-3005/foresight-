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FORESIGHT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Demand Forecasting &amp; Inventory Risk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Executive Readout</a:t>
            </a:r>
          </a:p>
          <a:p>
            <a:pPr>
              <a:spcAft>
                <a:spcPts val="1200"/>
              </a:spcAft>
              <a:defRPr sz="2000"/>
            </a:pPr>
            <a:r>
              <a:t>Operations / Finance 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FORESIGHT | Executive Readout |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Turn demand signals into inventory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Forecast demand at SKU level</a:t>
            </a:r>
          </a:p>
          <a:p>
            <a:pPr>
              <a:spcAft>
                <a:spcPts val="1200"/>
              </a:spcAft>
              <a:defRPr sz="2000"/>
            </a:pPr>
            <a:r>
              <a:t>Identify stockout and overstock risk</a:t>
            </a:r>
          </a:p>
          <a:p>
            <a:pPr>
              <a:spcAft>
                <a:spcPts val="1200"/>
              </a:spcAft>
              <a:defRPr sz="2000"/>
            </a:pPr>
            <a:r>
              <a:t>Prioritize replenishment and markdown actions</a:t>
            </a:r>
          </a:p>
          <a:p>
            <a:pPr>
              <a:spcAft>
                <a:spcPts val="1200"/>
              </a:spcAft>
              <a:defRPr sz="2000"/>
            </a:pPr>
            <a:r>
              <a:t>Connect analytical outputs to an operational dashboard and scoring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FORESIGHT | Executive Readout |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Portfolio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current portfolio shows meaningful demand and inventory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100 SKUs</a:t>
            </a:r>
          </a:p>
          <a:p>
            <a:pPr>
              <a:spcAft>
                <a:spcPts val="1200"/>
              </a:spcAft>
              <a:defRPr sz="2000"/>
            </a:pPr>
            <a:r>
              <a:t>8-week forecast horizon</a:t>
            </a:r>
          </a:p>
          <a:p>
            <a:pPr>
              <a:spcAft>
                <a:spcPts val="1200"/>
              </a:spcAft>
              <a:defRPr sz="2000"/>
            </a:pPr>
            <a:r>
              <a:t>6.38M historical demand units</a:t>
            </a:r>
          </a:p>
          <a:p>
            <a:pPr>
              <a:spcAft>
                <a:spcPts val="1200"/>
              </a:spcAft>
              <a:defRPr sz="2000"/>
            </a:pPr>
            <a:r>
              <a:t>₹44.30B value at stake</a:t>
            </a:r>
          </a:p>
          <a:p>
            <a:pPr>
              <a:spcAft>
                <a:spcPts val="1200"/>
              </a:spcAft>
              <a:defRPr sz="2000"/>
            </a:pPr>
            <a:r>
              <a:t>36 SKUs — Reorder now</a:t>
            </a:r>
          </a:p>
          <a:p>
            <a:pPr>
              <a:spcAft>
                <a:spcPts val="1200"/>
              </a:spcAft>
              <a:defRPr sz="2000"/>
            </a:pPr>
            <a:r>
              <a:t>24 SKUs — Markdown / clear</a:t>
            </a:r>
          </a:p>
          <a:p>
            <a:pPr>
              <a:spcAft>
                <a:spcPts val="1200"/>
              </a:spcAft>
              <a:defRPr sz="2000"/>
            </a:pPr>
            <a:r>
              <a:t>40 SKUs — Healthy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FORESIGHT | Executive Readout |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Demand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Demand is growing, with stronger activity toward year-end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2025 demand: 2.11M units</a:t>
            </a:r>
          </a:p>
          <a:p>
            <a:pPr>
              <a:spcAft>
                <a:spcPts val="1200"/>
              </a:spcAft>
              <a:defRPr sz="2000"/>
            </a:pPr>
            <a:r>
              <a:t>Demand increased every year from 2021–2025, while growth moderated</a:t>
            </a:r>
          </a:p>
          <a:p>
            <a:pPr>
              <a:spcAft>
                <a:spcPts val="1200"/>
              </a:spcAft>
              <a:defRPr sz="2000"/>
            </a:pPr>
            <a:r>
              <a:t>October: 707,711 units — highest monthly demand</a:t>
            </a:r>
          </a:p>
          <a:p>
            <a:pPr>
              <a:spcAft>
                <a:spcPts val="1200"/>
              </a:spcAft>
              <a:defRPr sz="2000"/>
            </a:pPr>
            <a:r>
              <a:t>Storage &amp; Organizers: 2.28M units — largest category</a:t>
            </a:r>
          </a:p>
          <a:p>
            <a:pPr>
              <a:spcAft>
                <a:spcPts val="1200"/>
              </a:spcAft>
              <a:defRPr sz="2000"/>
            </a:pPr>
            <a:r>
              <a:t>SKU019 Laundry Hamper: 136,407 units — highest-demand SKU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FORESIGHT | Executive Readout |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Forecasting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ML forecasting outperformed the naive baseline in rolling backtests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ML WAPE: 4.45%</a:t>
            </a:r>
          </a:p>
          <a:p>
            <a:pPr>
              <a:spcAft>
                <a:spcPts val="1200"/>
              </a:spcAft>
              <a:defRPr sz="2000"/>
            </a:pPr>
            <a:r>
              <a:t>Naive baseline WAPE: 6.28%</a:t>
            </a:r>
          </a:p>
          <a:p>
            <a:pPr>
              <a:spcAft>
                <a:spcPts val="1200"/>
              </a:spcAft>
              <a:defRPr sz="2000"/>
            </a:pPr>
            <a:r>
              <a:t>≈29.1% relative WAPE improvement</a:t>
            </a:r>
          </a:p>
          <a:p>
            <a:pPr>
              <a:spcAft>
                <a:spcPts val="1200"/>
              </a:spcAft>
              <a:defRPr sz="2000"/>
            </a:pPr>
            <a:r>
              <a:t>13 rolling backtest windows</a:t>
            </a:r>
          </a:p>
          <a:p>
            <a:pPr>
              <a:spcAft>
                <a:spcPts val="1200"/>
              </a:spcAft>
              <a:defRPr sz="2000"/>
            </a:pPr>
            <a:r>
              <a:t>ML WAPE across windows: approximately 4.00%–4.77%</a:t>
            </a:r>
          </a:p>
          <a:p>
            <a:pPr>
              <a:spcAft>
                <a:spcPts val="1200"/>
              </a:spcAft>
              <a:defRPr sz="2000"/>
            </a:pPr>
            <a:r>
              <a:t>Forecast method and confidence are exposed in the final scoring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FORESIGHT | Executive Readout |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Inventory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portfolio has both shortage and excess-inventory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36% of SKUs — Reorder now</a:t>
            </a:r>
          </a:p>
          <a:p>
            <a:pPr>
              <a:spcAft>
                <a:spcPts val="1200"/>
              </a:spcAft>
              <a:defRPr sz="2000"/>
            </a:pPr>
            <a:r>
              <a:t>24% of SKUs — Markdown / clear</a:t>
            </a:r>
          </a:p>
          <a:p>
            <a:pPr>
              <a:spcAft>
                <a:spcPts val="1200"/>
              </a:spcAft>
              <a:defRPr sz="2000"/>
            </a:pPr>
            <a:r>
              <a:t>40% of SKUs — Healthy</a:t>
            </a:r>
          </a:p>
          <a:p>
            <a:pPr>
              <a:spcAft>
                <a:spcPts val="1200"/>
              </a:spcAft>
              <a:defRPr sz="2000"/>
            </a:pPr>
            <a:r>
              <a:t>36 SKUs — High stockout risk</a:t>
            </a:r>
          </a:p>
          <a:p>
            <a:pPr>
              <a:spcAft>
                <a:spcPts val="1200"/>
              </a:spcAft>
              <a:defRPr sz="2000"/>
            </a:pPr>
            <a:r>
              <a:t>24 SKUs — High overstock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FORESIGHT | Executive Readout |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Financial &amp; Operational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Convert forecast and risk signals into focused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Replenish the 36 high-stockout / reorder candidates</a:t>
            </a:r>
          </a:p>
          <a:p>
            <a:pPr>
              <a:spcAft>
                <a:spcPts val="1200"/>
              </a:spcAft>
              <a:defRPr sz="2000"/>
            </a:pPr>
            <a:r>
              <a:t>Review the 24 markdown / clearance candidates for excess exposure</a:t>
            </a:r>
          </a:p>
          <a:p>
            <a:pPr>
              <a:spcAft>
                <a:spcPts val="1200"/>
              </a:spcAft>
              <a:defRPr sz="2000"/>
            </a:pPr>
            <a:r>
              <a:t>Protect high-volume movers and high-demand categories</a:t>
            </a:r>
          </a:p>
          <a:p>
            <a:pPr>
              <a:spcAft>
                <a:spcPts val="1200"/>
              </a:spcAft>
              <a:defRPr sz="2000"/>
            </a:pPr>
            <a:r>
              <a:t>Plan inventory ahead of the observed August–December demand concentration</a:t>
            </a:r>
          </a:p>
          <a:p>
            <a:pPr>
              <a:spcAft>
                <a:spcPts val="1200"/>
              </a:spcAft>
              <a:defRPr sz="2000"/>
            </a:pPr>
            <a:r>
              <a:t>Use ₹44.30B value-at-stake as the portfolio-level prioritization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FORESIGHT | Executive Readout |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FORESIGHT Solution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From data to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Historical data → feature engineering → forecasting → rolling backtesting</a:t>
            </a:r>
          </a:p>
          <a:p>
            <a:pPr>
              <a:spcAft>
                <a:spcPts val="1200"/>
              </a:spcAft>
              <a:defRPr sz="2000"/>
            </a:pPr>
            <a:r>
              <a:t>Forecast + inventory inputs → risk scoring → recommended action</a:t>
            </a:r>
          </a:p>
          <a:p>
            <a:pPr>
              <a:spcAft>
                <a:spcPts val="1200"/>
              </a:spcAft>
              <a:defRPr sz="2000"/>
            </a:pPr>
            <a:r>
              <a:t>Streamlit dashboard → interactive business decision support</a:t>
            </a:r>
          </a:p>
          <a:p>
            <a:pPr>
              <a:spcAft>
                <a:spcPts val="1200"/>
              </a:spcAft>
              <a:defRPr sz="2000"/>
            </a:pPr>
            <a:r>
              <a:t>FastAPI scoring service → public SKU-level forecast + risk API</a:t>
            </a:r>
          </a:p>
          <a:p>
            <a:pPr>
              <a:spcAft>
                <a:spcPts val="1200"/>
              </a:spcAft>
              <a:defRPr sz="2000"/>
            </a:pPr>
            <a:r>
              <a:t>Next: operational adoption, monitoring, and periodic model/data refresh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FORESIGHT | Executive Readout |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